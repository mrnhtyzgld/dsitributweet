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5000" b="1">
                <a:solidFill>
                  <a:srgbClr val="0F766E"/>
                </a:solidFill>
              </a:rPr>
              <a:t>DistribuTweet</a:t>
            </a:r>
            <a:endParaRPr lang="en-US" sz="5000"/>
          </a:p>
          <a:p>
            <a:r>
              <a:rPr lang="en-US" sz="2450">
                <a:solidFill>
                  <a:srgbClr val="17201C"/>
                </a:solidFill>
              </a:rPr>
              <a:t>Pseudo-Distributed Content-Based Recommendation</a:t>
            </a:r>
            <a:endParaRPr lang="en-US" sz="245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Arda Onat Acar, Nihat Emre Yuzuguldu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Goal: transform a tweet-like stream into personalized semantic feeds.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Stack: Kafka, Spark, MiniLM embeddings, Qdrant, Scala/http4s API.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Presentation Roadmap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Problem and scope.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Bright Data Twitter/X sample and larger 20M source.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ingestion and Spark cleaning.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Embeddings, Qdrant, ranking, API, tests, and demo.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Target duration: 20 minutes including live demo.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Problem Motivation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Social feeds receive more posts than users can read.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Chronological order is simple but often irrelevant.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Follow graphs and engagement history are not always available.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Cold-start users need an initial recommendation signal.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Content similarity gives a practical first baseline.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Scope And Design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Implemented: streaming ingestion, validation, token decode.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Implemented: Bright Data CSV-to-stream adapter.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Implemented: deduplication, embeddings, vector search.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Implemented: transparent scoring and API feed serving.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Not in v1: learned ranking and collaborative filtering.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Not in v1: authentication, moderation, production operations.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Dataset Source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Default data: Bright Data Twitter/X posts sample.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Source repo: luminati-io/Twitter-X-dataset-samples.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Local demo replays 1000 public post rows.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Fields include description, date, hashtags, engagement counts.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Databricks Marketplace lists a larger 20M record dataset.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 Adapter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data-generator/brightdata.py reads CSV URL or local CSV.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description is tokenized with bert-base-multilingual-cased.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date_posted becomes Unix timestamp.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user, hashtag, media, and follower metadata are mapped.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TOTAL_MESSAGES supports first 10, 100, 1000, or more rows.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End-To-End Pipeline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Bright Data CSV sample.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CSV-to-TSV adapter.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topic posts.raw.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Scala Spark cleaner.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topic posts.cleaned.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Python embedding workers.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vector database and Scala recommendation API.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Kafka And Spark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Kafka 3.8.0 runs in KRaft mode.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posts.raw and posts.cleaned use three partitions.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3.5.4 runs with one master and two workers.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Cleaner parses TSV, validates fields, decodes WordPiece tokens.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Cleaner deduplicates by tweet ID and emits cleaned JSON.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Pseudo-Distributed Scale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One physical machine, separate service boundaries.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partitions distribute stream records.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workers process the cleaning stage.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 replicas share one Kafka consumer group.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stores vectors outside the API process.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Larger datasets reuse the same schema and batching boundary.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Embeddings And Qdrant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Model: paraphrase-multilingual-MiniLM-L12-v2.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Vector size: 384 dimensions.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 workers consume posts.cleaned.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collection: posts with cosine distance.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 separate HTTP embedding service handles user interests.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User Profiles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User submits explicit interest phrases.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API removes empty phrases.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Each phrase is embedded.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Vectors are averaged and normalized.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Prototype stores profile vectors in API memory.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 version can persist profiles in Qdrant.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Retrieval And Ranking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Qdrant retrieves a larger candidate pool than the requested feed size.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Cosine score is normalized from [-1,1] to [0,1].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recencyScore = exp(-ageHours / 24).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finalScore = 0.85 * semantic + 0.15 * recency.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Near-duplicate text is filtered with Jaccard similarity.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API returns score components for inspection.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API And Interfaces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POST /users/{userId}/interests creates profiles.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GET /users/{userId}/feed?limit=20 returns recommendations.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GET /health reports service health.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Recommendation API: localhost:8081.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master UI: localhost:8080.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dashboard: localhost:6333/dashboard.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Live Demo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docker compose up -d --build.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./scripts/smoke-test.sh.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./scripts/demo.sh.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./scripts/show-distribution.sh.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Show Kafka partitions, Spark logs, embedding group, Qdrant count.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Show different feeds for different interest profiles.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Evaluation And Tests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Evaluation is functional and qualitative.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Python tests cover Bright Data CSV conversion.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Scala tests run during Docker builds.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TSV parsing and validation.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WordPiece decoding.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ranking formula and deterministic behavior.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Smoke tests validate the running Compose environment.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Limitations And Future Work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Rule-based ranking, no learned model yet.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 collaborative filtering or impression history yet.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Public sample is small and not topic-balanced.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Future: process larger Bright Data export, e.g. 20M records.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Future: use engagement counts, train ranking model, evaluate NDCG.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Future: latency metrics, Kafka lag, multi-node Kubernetes tests.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stribuTweet">
  <a:themeElements>
    <a:clrScheme name="DistribuTweet">
      <a:dk1>
        <a:srgbClr val="17201C"/>
      </a:dk1>
      <a:lt1>
        <a:srgbClr val="FFFFFF"/>
      </a:lt1>
      <a:dk2>
        <a:srgbClr val="315FBD"/>
      </a:dk2>
      <a:lt2>
        <a:srgbClr val="F6F7F2"/>
      </a:lt2>
      <a:accent1>
        <a:srgbClr val="0F766E"/>
      </a:accent1>
      <a:accent2>
        <a:srgbClr val="315FBD"/>
      </a:accent2>
      <a:accent3>
        <a:srgbClr val="B83C5A"/>
      </a:accent3>
      <a:accent4>
        <a:srgbClr val="B7791F"/>
      </a:accent4>
      <a:accent5>
        <a:srgbClr val="66706B"/>
      </a:accent5>
      <a:accent6>
        <a:srgbClr val="394150"/>
      </a:accent6>
      <a:hlink>
        <a:srgbClr val="315FBD"/>
      </a:hlink>
      <a:folHlink>
        <a:srgbClr val="B83C5A"/>
      </a:folHlink>
    </a:clrScheme>
    <a:fontScheme name="DistribuTweet">
      <a:majorFont>
        <a:latin typeface="Aptos Display"/>
      </a:majorFont>
      <a:minorFont>
        <a:latin typeface="Aptos"/>
      </a:minorFont>
    </a:fontScheme>
    <a:fmtScheme name="DistribuTweet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DistribuTweet Final Presentation</dc:title>
  <dc:creator>DistribuTweet Team</dc:creator>
  <cp:lastModifiedBy>Codex</cp:lastModifiedBy>
  <dcterms:created xsi:type="dcterms:W3CDTF">2026-08-17T10:30:16+00:00</dcterms:created>
  <dcterms:modified xsi:type="dcterms:W3CDTF">2026-08-17T10:30:16+00:00</dcterms:modified>
</cp:coreProperties>
</file>