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 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5000" b="1">
                <a:solidFill>
                  <a:srgbClr val="0F766E"/>
                </a:solidFill>
              </a:rPr>
              <a:t>DistribuTweet</a:t>
            </a:r>
            <a:endParaRPr lang="en-US" sz="5000"/>
          </a:p>
          <a:p>
            <a:r>
              <a:rPr lang="en-US" sz="2450">
                <a:solidFill>
                  <a:srgbClr val="17201C"/>
                </a:solidFill>
              </a:rPr>
              <a:t>Pseudo-Distributed Content-Based Recommendation</a:t>
            </a:r>
            <a:endParaRPr lang="en-US" sz="245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Arda Onat Acar, Nihat Emre Yuzuguldu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Goal: transform a tweet-like stream into personalized semantic feeds.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Stack: Kafka, Spark, MiniLM embeddings, Qdrant, Scala/http4s API.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Presentation Roadmap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Problem and scope.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RecSys 2021 schema and local data generation.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Kafka ingestion and Spark cleaning.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Embeddings, Qdrant, ranking, API, tests, and demo.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Target duration: 20 minutes including live demo.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Problem Motivation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Social feeds receive more posts than users can read.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Chronological order is simple but often irrelevant.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Follow graphs and engagement history are not always available.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Cold-start users need an initial recommendation signal.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Content similarity gives a practical first baseline.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Scope And Design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Implemented: streaming ingestion, validation, token decode.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Implemented: deduplication, embeddings, vector search.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Implemented: transparent scoring and API feed serving.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Not in v1: learned ranking and collaborative filtering.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Not in v1: authentication, moderation, production operations.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Dataset Target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Target schema: Twitter RecSys Challenge 2021.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Original task: tweet engagement prediction and fairness.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Tweet text is distributed as multilingual BERT token IDs.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Default demo uses schema-compatible synthetic records.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Compatible real TSV can be replayed with --input-tsv.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Data Generation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data-generator/generator.py creates twenty-column TSV rows.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Topic pools cover technology, sports, food, travel, finance, art, and more.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text_tokens uses real bert-base-multilingual-cased token IDs.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Rate and total message count are configurable.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The same downstream services consume synthetic or file-based rows.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End-To-End Pipeline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data-generator or optional TSV file.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Kafka topic posts.raw.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Scala Spark cleaner.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Kafka topic posts.cleaned.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Python embedding workers.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Qdrant vector database and Scala recommendation API.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Kafka And Spark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Kafka 3.8.0 runs in KRaft mode.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posts.raw and posts.cleaned use three partitions.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Spark 3.5.4 runs with one master and two workers.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Cleaner parses TSV, validates fields, decodes WordPiece tokens.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Cleaner deduplicates by tweet ID and emits cleaned JSON.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Pseudo-Distributed Scale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One physical machine, separate service boundaries.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Kafka partitions distribute stream records.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Spark workers process the cleaning stage.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Embedding replicas share one Kafka consumer group.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Qdrant stores vectors outside the API process.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Services can scale without changing the event schema.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1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Embeddings And Qdrant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Model: paraphrase-multilingual-MiniLM-L12-v2.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Vector size: 384 dimensions.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Embedding workers consume posts.cleaned.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Qdrant collection: posts with cosine distance.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A separate HTTP embedding service handles user interests.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User Profiles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User submits explicit interest phrases.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API removes empty phrases.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Each phrase is embedded.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Vectors are averaged and normalized.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Prototype stores profile vectors in API memory.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Future version can persist profiles in Qdrant.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Retrieval And Ranking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Qdrant retrieves a larger candidate pool than the requested feed size.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Cosine score is normalized from [-1,1] to [0,1].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recencyScore = exp(-ageHours / 24).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finalScore = 0.85 * semantic + 0.15 * recency.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Near-duplicate text is filtered with Jaccard similarity.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API returns score components for inspection.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API And Interfaces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POST /users/{userId}/interests creates profiles.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GET /users/{userId}/feed?limit=20 returns recommendations.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GET /health reports service health.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Recommendation API: localhost:8081.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Spark master UI: localhost:8080.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Qdrant dashboard: localhost:6333/dashboard.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Live Demo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docker compose up -d --build.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./scripts/smoke-test.sh.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./scripts/demo.sh.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./scripts/show-distribution.sh.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Show Kafka partitions, Spark logs, embedding group, Qdrant count.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Show different feeds for different interest profiles.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Evaluation And Tests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Evaluation is functional and qualitative.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Scala tests run during Docker builds.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Tested: TSV parsing and validation.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Tested: WordPiece decoding.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Tested: ranking formula and deterministic behavior.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Smoke tests validate the running Compose environment.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620000" y="36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0F766E"/>
                </a:solidFill>
              </a:rPr>
              <a:t>Limitations And Future Work</a:t>
            </a:r>
            <a:endParaRPr lang="en-US" sz="3800"/>
          </a:p>
        </p:txBody>
      </p:sp>
      <p:sp>
        <p:nvSpPr>
          <p:cNvPr id="3" name="TextBox 3"/>
          <p:cNvSpPr txBox="1"/>
          <p:nvPr/>
        </p:nvSpPr>
        <p:spPr>
          <a:xfrm>
            <a:off x="800000" y="1700000"/>
            <a:ext cx="10600000" cy="4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>
                <a:solidFill>
                  <a:srgbClr val="17201C"/>
                </a:solidFill>
              </a:rPr>
              <a:t>- Rule-based ranking, no learned model yet.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No collaborative filtering or impression history yet.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Local data are synthetic unless real compatible TSV is supplied.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Future: use engagement labels, train ranking model, evaluate NDCG.</a:t>
            </a:r>
            <a:endParaRPr lang="en-US" sz="1800"/>
          </a:p>
          <a:p>
            <a:r>
              <a:rPr lang="en-US" sz="1800">
                <a:solidFill>
                  <a:srgbClr val="17201C"/>
                </a:solidFill>
              </a:rPr>
              <a:t>- Future: latency metrics, Kafka lag, multi-node Kubernetes tests.</a:t>
            </a:r>
            <a:endParaRPr lang="en-US" sz="1800"/>
          </a:p>
        </p:txBody>
      </p:sp>
      <p:sp>
        <p:nvSpPr>
          <p:cNvPr id="4" name="TextBox 4"/>
          <p:cNvSpPr txBox="1"/>
          <p:nvPr/>
        </p:nvSpPr>
        <p:spPr>
          <a:xfrm>
            <a:off x="800000" y="620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6706B"/>
                </a:solidFill>
              </a:rPr>
              <a:t>Presenter 2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ribuTweet">
  <a:themeElements>
    <a:clrScheme name="DistribuTweet">
      <a:dk1>
        <a:srgbClr val="17201C"/>
      </a:dk1>
      <a:lt1>
        <a:srgbClr val="FFFFFF"/>
      </a:lt1>
      <a:dk2>
        <a:srgbClr val="315FBD"/>
      </a:dk2>
      <a:lt2>
        <a:srgbClr val="F6F7F2"/>
      </a:lt2>
      <a:accent1>
        <a:srgbClr val="0F766E"/>
      </a:accent1>
      <a:accent2>
        <a:srgbClr val="315FBD"/>
      </a:accent2>
      <a:accent3>
        <a:srgbClr val="B83C5A"/>
      </a:accent3>
      <a:accent4>
        <a:srgbClr val="B7791F"/>
      </a:accent4>
      <a:accent5>
        <a:srgbClr val="66706B"/>
      </a:accent5>
      <a:accent6>
        <a:srgbClr val="394150"/>
      </a:accent6>
      <a:hlink>
        <a:srgbClr val="315FBD"/>
      </a:hlink>
      <a:folHlink>
        <a:srgbClr val="B83C5A"/>
      </a:folHlink>
    </a:clrScheme>
    <a:fontScheme name="DistribuTweet">
      <a:majorFont>
        <a:latin typeface="Aptos Display"/>
      </a:majorFont>
      <a:minorFont>
        <a:latin typeface="Aptos"/>
      </a:minorFont>
    </a:fontScheme>
    <a:fmtScheme name="DistribuTwee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DistribuTweet Final Presentation</dc:title>
  <dc:creator>DistribuTweet Team</dc:creator>
  <cp:lastModifiedBy>Codex</cp:lastModifiedBy>
  <dcterms:created xsi:type="dcterms:W3CDTF">2026-08-16T22:06:27+00:00</dcterms:created>
  <dcterms:modified xsi:type="dcterms:W3CDTF">2026-08-16T22:06:27+00:00</dcterms:modified>
</cp:coreProperties>
</file>