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5200" b="1">
                <a:solidFill>
                  <a:srgbClr val="0F766E"/>
                </a:solidFill>
              </a:rPr>
              <a:t>DistribuTweet</a:t>
            </a:r>
            <a:endParaRPr lang="en-US" sz="5200"/>
          </a:p>
          <a:p>
            <a:r>
              <a:rPr lang="en-US" sz="2600">
                <a:solidFill>
                  <a:srgbClr val="17201C"/>
                </a:solidFill>
              </a:rPr>
              <a:t>A Distributed Content-Based Feed Recommendation Prototype</a:t>
            </a:r>
            <a:endParaRPr lang="en-US" sz="26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Arda Onat Acar, Nihat Emre Yuzuguldu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Goal: turn tweet-like stream events into personalized semantic feeds.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Stack: Kafka, Spark Structured Streaming, multilingual embeddings, Qdrant, Scala API.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Presentation Roadmap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Part 1: problem, dataset, ingestion, cleaning, scalability.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Part 2: embeddings, Qdrant, ranking, API, demo, evaluation.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Live demo: RecSys subset conversion -&gt; Kafka replay -&gt; dashboard feed.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Target: 20 minutes including demo.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Problem Motivation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A social feed receives more posts than a user can read.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Chronological order is simple but often irrelevant.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Follow graphs and historical engagement are not always available.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Cold-start users need a recommendation signal before behavior history exists.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We use content semantics as the first recommendation signal.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Scope And Design Decisions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Included: streaming ingestion, validation, deduplication.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Included: multilingual text embeddings and vector retrieval.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Included: transparent reranking with semantic similarity, freshness, author penalty.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Excluded in v1: collaborative filtering and learned ranking.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Excluded in v1: authentication, moderation, and production-grade operations.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Dataset: ACM RecSys Challenge 2020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External data source: Twitter-sponsored ACM RecSys Challenge 2020.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Task: tweet engagement prediction in Twitter Home Timeline.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Reported size: 160M public tweets for training.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Reported size: 40M public tweets for validation/testing.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Dataset is linked in the report, not included in the zip.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Dataset Adaptation Strategy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Original file: headerless Ctrl-A-separated training.tsv.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Adapter maps tweet_id -&gt; postId and a_user_id -&gt; authorId.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Unix timestamp becomes ISO-8601 createdAt.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text_tokens, hashtags, domains, links, and tweet type become text.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Supports --limit and --offset for first 10, 100, 10000 rows.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Optional BERT vocab.txt improves token decoding.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End-To-End Architecture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RecSys TSV subset -&gt; JSONL converter.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JSONL replay source -&gt; Kafka posts.raw.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stream cleaner -&gt; Kafka posts.cleaned + Parquet archive.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Embedding worker -&gt; Qdrant vector database.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Scala recommendation API + dashboard -&gt; personalized feed.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Kafka And Spark Cleaning Layer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Kafka decouples producer, Spark, embedding worker, and API.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Topics: posts.raw, posts.cleaned, recommendation.events.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parses JSON and checks required fields.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filters unsupported language, short text, and malformed timestamps.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applies watermarking and deduplicates by postId.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Clean records go to Kafka and Parquet archive.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Distributed Scalability Story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Kafka topics can be partitioned for parallel consumers.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can scale by adding executors.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Embedding workers can scale as one Kafka consumer group.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Qdrant separates vector storage from API logic.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Recommendation API can run as multiple replicas.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Docker Compose is local; Kubernetes manifests show cluster direction.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1</a:t>
            </a:r>
            <a:endParaRPr lang="en-US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Embeddings And Qdrant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Model: intfloat/multilingual-e5-small.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Vector size: 384 dimensions.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Posts use E5 passage prefix; interests use query prefix.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Embeddings are normalized for cosine similarity.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Qdrant collections: posts and users.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Deterministic UUIDs make replay idempotent.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User Profile Construction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User submits explicit interest phrases.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API removes empty interests.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Each phrase is embedded by the embedding worker.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Vectors are averaged and normalized.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Result is stored in Qdrant users collection.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Feed requests reuse stored user vectors.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Candidate Retrieval And Ranking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Candidate retrieval: cosine search over Qdrant post vectors.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Candidate count is larger than final feed size.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Stale posts are filtered by max post age.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Final score = 0.85 semantic + 0.15 recency - author penalty.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Author penalty reduces repeated authors.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API returns semantic, recency, and final scores for inspection.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API And Dashboard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Scala 2.13 API with cats-effect and http4s.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POST /users/{userId}/interests creates profiles.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GET /users/{userId}/feed returns personalized feed items.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GET /posts and /demo/users support inspection and demos.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Dashboard shows indexed posts, demo users, feed cards, score breakdowns.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Live Demo Script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make up &amp;&amp; make create-topics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make convert-recsys RECSYS_LIMIT=100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make replay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make seed-demo-users &amp;&amp; make get-feed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Open http://localhost:8080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Show indexed count, demo feed, and custom profile form.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Evaluation And Test Coverage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Evaluation type: functional and qualitative.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Producer tests: RecSys conversion, limits, JSONL replay validation.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Spark tests: malformed records, unsupported language, short text, duplicates.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API tests: profile seeding, vector averaging, routes, ranking behavior.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No CTR, NDCG, or online A/B result is claimed.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Box 2"/>
          <p:cNvSpPr txBox="1"/>
          <p:nvPr/>
        </p:nvSpPr>
        <p:spPr>
          <a:xfrm>
            <a:off x="620000" y="360000"/>
            <a:ext cx="10900000" cy="105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3800" b="1">
                <a:solidFill>
                  <a:srgbClr val="0F766E"/>
                </a:solidFill>
              </a:rPr>
              <a:t>Limitations And Future Work</a:t>
            </a:r>
            <a:endParaRPr lang="en-US" sz="3800"/>
          </a:p>
        </p:txBody>
      </p:sp>
      <p:sp>
        <p:nvSpPr>
          <p:cNvPr id="3" name="TextBox 3"/>
          <p:cNvSpPr txBox="1"/>
          <p:nvPr/>
        </p:nvSpPr>
        <p:spPr>
          <a:xfrm>
            <a:off x="800000" y="1750000"/>
            <a:ext cx="10600000" cy="39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900">
                <a:solidFill>
                  <a:srgbClr val="17201C"/>
                </a:solidFill>
              </a:rPr>
              <a:t>- Limitations: rule-based ranking, no collaborative filtering, no impression history.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RecSys token text needs vocabulary/preprocessing for best semantic quality.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Future: use engagement columns for learned ranking.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Future: larger RecSys runs and full-corpus experiments.</a:t>
            </a:r>
            <a:endParaRPr lang="en-US" sz="1900"/>
          </a:p>
          <a:p>
            <a:r>
              <a:rPr lang="en-US" sz="1900">
                <a:solidFill>
                  <a:srgbClr val="17201C"/>
                </a:solidFill>
              </a:rPr>
              <a:t>- Future: latency metrics, Kafka lag monitoring, multi-replica Kubernetes tests.</a:t>
            </a:r>
            <a:endParaRPr lang="en-US" sz="1900"/>
          </a:p>
        </p:txBody>
      </p:sp>
      <p:sp>
        <p:nvSpPr>
          <p:cNvPr id="4" name="TextBox 4"/>
          <p:cNvSpPr txBox="1"/>
          <p:nvPr/>
        </p:nvSpPr>
        <p:spPr>
          <a:xfrm>
            <a:off x="800000" y="6200000"/>
            <a:ext cx="3500000" cy="30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r>
              <a:rPr lang="en-US" sz="1400" b="1">
                <a:solidFill>
                  <a:srgbClr val="66706B"/>
                </a:solidFill>
              </a:rPr>
              <a:t>Presenter 2</a:t>
            </a:r>
            <a:endParaRPr lang="en-US"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stribuTweet">
  <a:themeElements>
    <a:clrScheme name="DistribuTweet">
      <a:dk1>
        <a:srgbClr val="17201C"/>
      </a:dk1>
      <a:lt1>
        <a:srgbClr val="FFFFFF"/>
      </a:lt1>
      <a:dk2>
        <a:srgbClr val="315FBD"/>
      </a:dk2>
      <a:lt2>
        <a:srgbClr val="F6F7F2"/>
      </a:lt2>
      <a:accent1>
        <a:srgbClr val="0F766E"/>
      </a:accent1>
      <a:accent2>
        <a:srgbClr val="315FBD"/>
      </a:accent2>
      <a:accent3>
        <a:srgbClr val="B83C5A"/>
      </a:accent3>
      <a:accent4>
        <a:srgbClr val="B7791F"/>
      </a:accent4>
      <a:accent5>
        <a:srgbClr val="66706B"/>
      </a:accent5>
      <a:accent6>
        <a:srgbClr val="394150"/>
      </a:accent6>
      <a:hlink>
        <a:srgbClr val="315FBD"/>
      </a:hlink>
      <a:folHlink>
        <a:srgbClr val="B83C5A"/>
      </a:folHlink>
    </a:clrScheme>
    <a:fontScheme name="DistribuTweet">
      <a:majorFont>
        <a:latin typeface="Aptos Display"/>
      </a:majorFont>
      <a:minorFont>
        <a:latin typeface="Aptos"/>
      </a:minorFont>
    </a:fontScheme>
    <a:fmtScheme name="DistribuTweet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DistribuTweet Final Presentation</dc:title>
  <dc:creator>DistribuTweet Team</dc:creator>
  <cp:lastModifiedBy>Codex</cp:lastModifiedBy>
  <dcterms:created xsi:type="dcterms:W3CDTF">2026-08-16T21:48:27+00:00</dcterms:created>
  <dcterms:modified xsi:type="dcterms:W3CDTF">2026-08-16T21:48:27+00:00</dcterms:modified>
</cp:coreProperties>
</file>